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A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 sz="5400">
                <a:solidFill>
                  <a:srgbClr val="F9D71C"/>
                </a:solidFill>
              </a:defRPr>
            </a:pPr>
            <a:r>
              <a:t>ABHAY PRATAP SINGH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My Portfolio Comic Strip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B.Tech CSE (AI &amp; ML) | Lovely Professional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3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4000">
                <a:solidFill>
                  <a:srgbClr val="F9D71C"/>
                </a:solidFill>
              </a:defRPr>
            </a:pPr>
            <a:r>
              <a:t>MY INTRODUCTION</a:t>
            </a:r>
          </a:p>
        </p:txBody>
      </p:sp>
      <p:pic>
        <p:nvPicPr>
          <p:cNvPr id="3" name="Picture 2" descr="1_introduc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9470" y="1188720"/>
            <a:ext cx="327721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76072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Abhay Pratap Singh - B.Tech CSE (AI &amp; ML) at LPU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3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4000">
                <a:solidFill>
                  <a:srgbClr val="F9D71C"/>
                </a:solidFill>
              </a:defRPr>
            </a:pPr>
            <a:r>
              <a:t>MY EDUCATION</a:t>
            </a:r>
          </a:p>
        </p:txBody>
      </p:sp>
      <p:pic>
        <p:nvPicPr>
          <p:cNvPr id="3" name="Picture 2" descr="2_educa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9470" y="1188720"/>
            <a:ext cx="327721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76072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LPU B.Tech (CGPA: 9.4) | Class XII (79.8%) | Class X (84.2%)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3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4000">
                <a:solidFill>
                  <a:srgbClr val="F9D71C"/>
                </a:solidFill>
              </a:defRPr>
            </a:pPr>
            <a:r>
              <a:t>MY SKILLS</a:t>
            </a:r>
          </a:p>
        </p:txBody>
      </p:sp>
      <p:pic>
        <p:nvPicPr>
          <p:cNvPr id="3" name="Picture 2" descr="3_skill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9470" y="1188720"/>
            <a:ext cx="327721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76072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C, C++, Python, JavaScript, React.js, MySQL, Pandas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3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4000">
                <a:solidFill>
                  <a:srgbClr val="F9D71C"/>
                </a:solidFill>
              </a:defRPr>
            </a:pPr>
            <a:r>
              <a:t>MY PROJECTS</a:t>
            </a:r>
          </a:p>
        </p:txBody>
      </p:sp>
      <p:pic>
        <p:nvPicPr>
          <p:cNvPr id="3" name="Picture 2" descr="4_project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9470" y="1188720"/>
            <a:ext cx="327721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76072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Smart Drip Irrigation System (IoT) | Environmental Alert System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3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4000">
                <a:solidFill>
                  <a:srgbClr val="F9D71C"/>
                </a:solidFill>
              </a:defRPr>
            </a:pPr>
            <a:r>
              <a:t>MY ACHIEVEMENTS</a:t>
            </a:r>
          </a:p>
        </p:txBody>
      </p:sp>
      <p:pic>
        <p:nvPicPr>
          <p:cNvPr id="3" name="Picture 2" descr="5_achievement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9470" y="1188720"/>
            <a:ext cx="327721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76072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Certified in AI (Infosys), Python (Saylor), C Programming (Neo Colab)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3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4000">
                <a:solidFill>
                  <a:srgbClr val="F9D71C"/>
                </a:solidFill>
              </a:defRPr>
            </a:pPr>
            <a:r>
              <a:t>MY STRENGTHS</a:t>
            </a:r>
          </a:p>
        </p:txBody>
      </p:sp>
      <p:pic>
        <p:nvPicPr>
          <p:cNvPr id="3" name="Picture 2" descr="6_strength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9470" y="1188720"/>
            <a:ext cx="327721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76072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Problem Solver, Adaptable, Team Player, Time Manager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3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4000">
                <a:solidFill>
                  <a:srgbClr val="F9D71C"/>
                </a:solidFill>
              </a:defRPr>
            </a:pPr>
            <a:r>
              <a:t>MY GOAL</a:t>
            </a:r>
          </a:p>
        </p:txBody>
      </p:sp>
      <p:pic>
        <p:nvPicPr>
          <p:cNvPr id="3" name="Picture 2" descr="7_goa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9470" y="1188720"/>
            <a:ext cx="327721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76072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Goal: AI &amp; Machine Learning Engineer / Software Developer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